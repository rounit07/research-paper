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497" r:id="rId3"/>
    <p:sldId id="499" r:id="rId4"/>
    <p:sldId id="500" r:id="rId5"/>
    <p:sldId id="501" r:id="rId6"/>
    <p:sldId id="507" r:id="rId7"/>
    <p:sldId id="503" r:id="rId8"/>
    <p:sldId id="508" r:id="rId9"/>
    <p:sldId id="502" r:id="rId10"/>
    <p:sldId id="269" r:id="rId11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>
      <p:cViewPr varScale="1">
        <p:scale>
          <a:sx n="78" d="100"/>
          <a:sy n="78" d="100"/>
        </p:scale>
        <p:origin x="137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EA9-E5BE-18E9-8DF7-8D4D2D0E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7B6B0-4320-4924-2DCE-CBFA3706B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5277E-59F2-102F-22D1-937EA8E8E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06B2-03ED-789E-EF2C-46AF92004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4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79CD-F721-0BAC-4B9D-00927EB3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BD6BE-74B1-F753-6C09-8B4F565E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26529-08F0-F4C9-FAFA-E2396B001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441EB-E061-E923-B01E-FF28F3B86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71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7748" y="1347501"/>
            <a:ext cx="888981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PREDICTIVE MAINTENANCE FOR AUTONOMOUS ELECTRIC BUSES USING REAL-TIME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SENSOR DATA AND MACHINE LEARNING</a:t>
            </a:r>
          </a:p>
          <a:p>
            <a:pPr lvl="0" algn="ctr">
              <a:buSzPct val="25000"/>
            </a:pPr>
            <a:endParaRPr lang="en-IN" sz="32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Mrs. Kriti Sharma 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758C77-D664-CF2B-A79F-FD45A6C0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01569"/>
              </p:ext>
            </p:extLst>
          </p:nvPr>
        </p:nvGraphicFramePr>
        <p:xfrm>
          <a:off x="1414653" y="312364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ROLL NO.</a:t>
                      </a:r>
                      <a:endParaRPr lang="en-IN" sz="12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NAME</a:t>
                      </a:r>
                      <a:endParaRPr lang="en-IN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2401011487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Rounit Kumar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2401011485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Prince Kumar Gupta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2401011483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Naman Bharadwaj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2401012482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Shantna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Kumar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7601" y="244288"/>
            <a:ext cx="30973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B7AB1A-FC11-CBA8-7D00-053A027BD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57"/>
          <a:stretch>
            <a:fillRect/>
          </a:stretch>
        </p:blipFill>
        <p:spPr>
          <a:xfrm>
            <a:off x="5598369" y="1124745"/>
            <a:ext cx="3563887" cy="55312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458FB3-46A2-DE6F-A4C3-B9946CF88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651386"/>
            <a:ext cx="48600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Rapid urbanization increases demand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 and sustainable public transportation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promoting the adoption of Autonomous Electric Buses (AEBs).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AEBs contain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complex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making maintenance challenging with traditional methods.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Predictive Maintenance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PdM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studied to forecast failures and improve maintenance planning.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sensor data and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analyzed for early fault detection.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research examines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ML-based predictive maintenance approaches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improve reliability, safety,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C2245-DF7B-7BB9-39C0-9828529CFD56}"/>
              </a:ext>
            </a:extLst>
          </p:cNvPr>
          <p:cNvSpPr txBox="1"/>
          <p:nvPr/>
        </p:nvSpPr>
        <p:spPr>
          <a:xfrm>
            <a:off x="143937" y="1279978"/>
            <a:ext cx="878497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examine the role of real-time sensor data in monitoring the health and performance of autonomous electric bus components, including battery systems, electric motors, braking systems, vibration units, and GPS modules.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analyze data-driven fault detection methods and evaluate how machine learning algorithms can identify abnormal operational patterns that indicate potential system failures.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study Remaining Useful Life (RUL) prediction techniques, particularly time-series models such as Long Short-Term Memory (LSTM) networks, for estimating the operational lifespan of critical components like batteries and motors.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compare traditional maintenance strategies (reactive and preventive maintenance) with predictive maintenance approaches in terms of cost efficiency, downtime reduction, and operational effectiveness.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assess the impact of predictive maintenance on safety, reliability, and service continuity in autonomous electric bus transportation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explore the role of centralized monitoring dashboards in supporting data-driven decision-making for fleet operators.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evaluate the scalability of cloud-based infrastructure for managing predictive maintenance across large autonomous electric bus fleets. 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435020"/>
            <a:ext cx="87849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Sensor Data Analysis:</a:t>
            </a:r>
            <a:br>
              <a:rPr lang="en-US" dirty="0"/>
            </a:br>
            <a:r>
              <a:rPr lang="en-US" dirty="0"/>
              <a:t>Study how sensor data from batteries, motors, braking systems, vibration sensors, and environmental conditions can be used to monitor the health and performance of autonomous electric buses.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Machine Learning–Based Fault Analysis:</a:t>
            </a:r>
            <a:br>
              <a:rPr lang="en-US" dirty="0"/>
            </a:br>
            <a:r>
              <a:rPr lang="en-US" dirty="0"/>
              <a:t>Examine the use of machine learning techniques to analyze sensor data, identify abnormal patterns, and study potential indicators of system failures.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Predictive Analytics and Visualization:</a:t>
            </a:r>
            <a:br>
              <a:rPr lang="en-US" dirty="0"/>
            </a:br>
            <a:r>
              <a:rPr lang="en-US" dirty="0"/>
              <a:t>Investigate how predictive analytics and data visualization tools help interpret large volumes of operational data and support informed decision-making in transportation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Maintenance Decision Support:</a:t>
            </a:r>
            <a:br>
              <a:rPr lang="en-US" dirty="0"/>
            </a:br>
            <a:r>
              <a:rPr lang="en-US" dirty="0"/>
              <a:t>Analyze how predictive insights derived from sensor data can assist in improving maintenance planning, optimizing resource allocation, and enhancing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EE3B-0510-B4DE-E20A-E59C1BC1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AD5676-5E51-F725-6498-61AA0194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12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8BD68A-605D-BD56-7AF1-C53F5F02BEF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30275E-144B-E62C-D3D0-7156FAC52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D8CDF-00E7-28E8-6455-52B861722D63}"/>
              </a:ext>
            </a:extLst>
          </p:cNvPr>
          <p:cNvSpPr txBox="1"/>
          <p:nvPr/>
        </p:nvSpPr>
        <p:spPr>
          <a:xfrm>
            <a:off x="467544" y="336997"/>
            <a:ext cx="5832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Progress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B45849-B1B1-2A1F-A2C6-D3813033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19960"/>
            <a:ext cx="89289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Topic Finalized: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Predictive maintenance for autonomous electric buses.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Literature Review Completed: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Studied existing research on predictive maintenance and machine learning techniques.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Gap Identified: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Limited studies on integrated, real-time predictive maintenance for autonomous electric buses.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Methodology Defined: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Framework for analyzing sensor data and machine learning approaches prepared.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 Work: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Studying predictive models and data analysis methods.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 Step: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Final analysis and preparation of research findings.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56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56603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F6C7659-BF80-D10D-974F-1E4E29DE7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6792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Resources: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BAC822D-56B4-646E-081B-30BCDF0A9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5" y="976692"/>
            <a:ext cx="896857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Comprehensive Data Sources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Vehicle Telemetry: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Study speed, acceleration, GPS location, and route data to understand bus operational behavior.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Battery System Data: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state of charge, temperature, voltage, and current to examine battery health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Motor &amp; Powertrain Data: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Evaluate torque, RPM, temperature, and vibration signals to study mechanical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Environmental Data: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Examine temperature, humidity, and road conditions affecting vehicle reliability.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Maintenance Records: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historical repair logs and failure patterns to understand maintenance trends.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Technological Framework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 Platforms: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Study the role of Amazon Web Services and Microsoft Azure in large-scale data 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 Systems: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Examine structured data management using MySQL.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Analysis 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data processing using Python with NumPy and Pandas.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 Techniques: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Study predictive modeling using TensorFlow,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Scikit-learn.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Visualization Tools: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Explore data interpretation through Tableau and Microsoft Power BI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A273-7BB4-A99D-207D-EB6A9D9C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8EA086-8CFD-E7E1-3544-26F74FF52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8C9F7A8-4BB4-CC2A-A4EC-E7F42750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B7C68-6EE9-FA99-4EF0-6EDBB6925126}"/>
              </a:ext>
            </a:extLst>
          </p:cNvPr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59110F4-6A0D-6E23-2E33-05CC7DBFDF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EBC2C4-DAC2-122A-11E2-F300F5E9B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2"/>
            <a:ext cx="83570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995FC-0DCF-D1EB-86FC-F9F4A95451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4" t="34600" r="24011" b="22000"/>
          <a:stretch>
            <a:fillRect/>
          </a:stretch>
        </p:blipFill>
        <p:spPr>
          <a:xfrm>
            <a:off x="184925" y="1484784"/>
            <a:ext cx="4626768" cy="259228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203EF83-D564-1C62-0776-AE37026B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800" y="1641185"/>
            <a:ext cx="450170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study examines the use of sensor-generated operational data to understand performance patterns and maintenance requirements in autonomous electric bus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research explores how machine learning techniques can be applied to analyze large volumes of sensor data and identify patterns related to system reliability and potential failures.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study evaluates predictive maintenance approaches to understand their effectiveness in improving maintenance planning, system reliability, and operational efficiency in autonomous electric transportation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87841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0726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/>
              <a:t>Usecases</a:t>
            </a:r>
            <a:r>
              <a:rPr lang="en-US" sz="3200" b="1" dirty="0"/>
              <a:t> &amp; Scope: Beyond the Bus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134B8-D24C-318D-FE63-66146C735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8508"/>
            <a:ext cx="87849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Smart City Integration: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Examine how predictive maintenance data can support urban traffic management systems and improve the efficiency of public transportation networks.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 to Other EV Fleets: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Study the potential of extending predictive maintenance approaches to other electric vehicle fleets such as delivery vehicles, ride-sharing cars, and autonomous taxis.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Cybersecurity Considerations: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Investigate security challenges related to sensor data, data transmission, and predictive analytics systems in intelligent transportation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Standardization and Policy Support: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the need for industry standards and regulatory policies that encourage the adoption of predictive maintenance in autonomous public transportation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34706" y="2708920"/>
            <a:ext cx="5853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YOU!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6295</TotalTime>
  <Words>940</Words>
  <Application>Microsoft Office PowerPoint</Application>
  <PresentationFormat>On-screen Show (4:3)</PresentationFormat>
  <Paragraphs>82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Rounit kumar</cp:lastModifiedBy>
  <cp:revision>315</cp:revision>
  <cp:lastPrinted>2022-09-05T08:43:44Z</cp:lastPrinted>
  <dcterms:created xsi:type="dcterms:W3CDTF">2020-01-16T09:05:56Z</dcterms:created>
  <dcterms:modified xsi:type="dcterms:W3CDTF">2026-03-14T04:14:13Z</dcterms:modified>
</cp:coreProperties>
</file>