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7" r:id="rId7"/>
    <p:sldId id="503" r:id="rId8"/>
    <p:sldId id="508" r:id="rId9"/>
    <p:sldId id="502" r:id="rId10"/>
    <p:sldId id="509" r:id="rId11"/>
    <p:sldId id="510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93" autoAdjust="0"/>
    <p:restoredTop sz="94660"/>
  </p:normalViewPr>
  <p:slideViewPr>
    <p:cSldViewPr>
      <p:cViewPr>
        <p:scale>
          <a:sx n="75" d="100"/>
          <a:sy n="75" d="100"/>
        </p:scale>
        <p:origin x="1085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EA9-E5BE-18E9-8DF7-8D4D2D0E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7B6B0-4320-4924-2DCE-CBFA3706B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5277E-59F2-102F-22D1-937EA8E8E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06B2-03ED-789E-EF2C-46AF92004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4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79CD-F721-0BAC-4B9D-00927EB3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BD6BE-74B1-F753-6C09-8B4F565E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26529-08F0-F4C9-FAFA-E2396B001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441EB-E061-E923-B01E-FF28F3B86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71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49350-87CF-FD6E-24E9-EDC6C844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EBDF8-2558-8B05-17F5-61E5F0089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12D06-C1F1-42C3-5558-438B52639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88E19-F5AB-71D6-752E-223ED5CD3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2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68B0-11A7-DA76-BF53-AFCB1438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D5C0E-4A05-94E5-A25C-B31885F98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FB6B5-7BB7-2AE4-D515-428EDF4FE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5DF84-AFBE-C1D3-973B-2CB8520CE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59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280541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7748" y="1347501"/>
            <a:ext cx="88027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PREDICTIVE MAINTENANCE FOR AUTONOMOUS ELECTRIC BUSES USING REAL-TIME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SENSOR DATA AND MACHINE LEARNING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>
              <a:buSzPct val="25000"/>
            </a:pPr>
            <a:r>
              <a:rPr lang="en-US" sz="2000" b="1" dirty="0"/>
              <a:t>Category:- Research Based</a:t>
            </a:r>
          </a:p>
          <a:p>
            <a:pPr algn="ctr">
              <a:buSzPct val="25000"/>
            </a:pPr>
            <a:r>
              <a:rPr lang="en-US" sz="2000" b="1" dirty="0"/>
              <a:t>Team id/Name-</a:t>
            </a:r>
            <a:r>
              <a:rPr lang="en-IN" sz="2000" b="1" dirty="0"/>
              <a:t>26E3186/404_Syndicate</a:t>
            </a:r>
          </a:p>
          <a:p>
            <a:pPr lvl="0" algn="ctr">
              <a:buSzPct val="25000"/>
            </a:pPr>
            <a:endParaRPr lang="en-IN" sz="32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Ms. Kriti Sharma 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758C77-D664-CF2B-A79F-FD45A6C0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51486"/>
              </p:ext>
            </p:extLst>
          </p:nvPr>
        </p:nvGraphicFramePr>
        <p:xfrm>
          <a:off x="1371110" y="3757733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ROLL NO.</a:t>
                      </a:r>
                      <a:endParaRPr lang="en-IN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NAME</a:t>
                      </a:r>
                      <a:endParaRPr lang="en-IN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2401011487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Rounit Kumar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2401011485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Prince Kumar Gupta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2401011483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Naman Bharadwaj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2401012482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Shantna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Kumar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7601" y="244288"/>
            <a:ext cx="30973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B7AB1A-FC11-CBA8-7D00-053A027BD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57"/>
          <a:stretch>
            <a:fillRect/>
          </a:stretch>
        </p:blipFill>
        <p:spPr>
          <a:xfrm>
            <a:off x="5598369" y="1124745"/>
            <a:ext cx="3563887" cy="55312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458FB3-46A2-DE6F-A4C3-B9946CF8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512886"/>
            <a:ext cx="48600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Rapid urbanization has increased the demand for sustainable transportation, leading to the adoption of Autonomous Electric Buses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complexity of these systems makes traditional maintenance methods inefficient and unreliable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Predictive Maintenance using real time sensor data is used to monitor system performance and detect faults early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Convolutional Neural Networks analyze sensor data to identify abnormal patterns and improve fault detection accuracy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approach enhances reliability, safety, and overall efficiency of Autonomous Electric Bus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C2245-DF7B-7BB9-39C0-9828529CFD56}"/>
              </a:ext>
            </a:extLst>
          </p:cNvPr>
          <p:cNvSpPr txBox="1"/>
          <p:nvPr/>
        </p:nvSpPr>
        <p:spPr>
          <a:xfrm>
            <a:off x="143937" y="1279978"/>
            <a:ext cx="87849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motion data from the MPU6050 IMU sensor for detecting abnormal acceleration and orientation patterns.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evaluate vibration data from the piezo sensor for early identification of mechanical faults.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utilize the ESP32 microcontroller for real-time data acquisition, processing, and communication.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integrate multi-sensor data using CNN-based techniques for accurate fault detection and improved system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5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435020"/>
            <a:ext cx="87849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Multi Sensor Data Analysis:</a:t>
            </a:r>
            <a:r>
              <a:rPr lang="en-US" altLang="en-US" dirty="0">
                <a:latin typeface="Arial" panose="020B0604020202020204" pitchFamily="34" charset="0"/>
              </a:rPr>
              <a:t> Uses MPU6050 and piezo sensors to monitor motion and vibration for detecting system abnormalities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Real Time Data Acquisition:</a:t>
            </a:r>
            <a:r>
              <a:rPr lang="en-US" altLang="en-US" dirty="0">
                <a:latin typeface="Arial" panose="020B0604020202020204" pitchFamily="34" charset="0"/>
              </a:rPr>
              <a:t> ESP32 enables continuous data collection, processing, and communication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CNN Based Fault Detection:</a:t>
            </a:r>
            <a:r>
              <a:rPr lang="en-US" altLang="en-US" dirty="0">
                <a:latin typeface="Arial" panose="020B0604020202020204" pitchFamily="34" charset="0"/>
              </a:rPr>
              <a:t> Applies Convolutional Neural Networks to analyze sensor data and identify faults accurately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Early Fault Prediction:</a:t>
            </a:r>
            <a:r>
              <a:rPr lang="en-US" altLang="en-US" dirty="0">
                <a:latin typeface="Arial" panose="020B0604020202020204" pitchFamily="34" charset="0"/>
              </a:rPr>
              <a:t> Detects potential issues at an early stage to prevent major failures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Improved System Reliability:</a:t>
            </a:r>
            <a:r>
              <a:rPr lang="en-US" altLang="en-US" dirty="0">
                <a:latin typeface="Arial" panose="020B0604020202020204" pitchFamily="34" charset="0"/>
              </a:rPr>
              <a:t> Enhances performance and maintenance efficiency through predictive techniques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EE3B-0510-B4DE-E20A-E59C1BC1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AD5676-5E51-F725-6498-61AA0194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12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8BD68A-605D-BD56-7AF1-C53F5F02BEF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30275E-144B-E62C-D3D0-7156FAC52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D8CDF-00E7-28E8-6455-52B861722D63}"/>
              </a:ext>
            </a:extLst>
          </p:cNvPr>
          <p:cNvSpPr txBox="1"/>
          <p:nvPr/>
        </p:nvSpPr>
        <p:spPr>
          <a:xfrm>
            <a:off x="467544" y="336997"/>
            <a:ext cx="5832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Progress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B45849-B1B1-2A1F-A2C6-D3813033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0" y="1561726"/>
            <a:ext cx="892899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Topic Completed:</a:t>
            </a:r>
            <a:r>
              <a:rPr lang="en-US" altLang="en-US" dirty="0">
                <a:latin typeface="Arial" panose="020B0604020202020204" pitchFamily="34" charset="0"/>
              </a:rPr>
              <a:t> Predictive Maintenance for Autonomous Electric Buses finalized and fully explored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Literature Review:</a:t>
            </a:r>
            <a:r>
              <a:rPr lang="en-US" altLang="en-US" dirty="0">
                <a:latin typeface="Arial" panose="020B0604020202020204" pitchFamily="34" charset="0"/>
              </a:rPr>
              <a:t> Comprehensive study of existing research on predictive maintenance, sensor systems, and machine learning techniques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Research Gap Addressed:</a:t>
            </a:r>
            <a:r>
              <a:rPr lang="en-US" altLang="en-US" dirty="0">
                <a:latin typeface="Arial" panose="020B0604020202020204" pitchFamily="34" charset="0"/>
              </a:rPr>
              <a:t> Focus on real time, multi sensor based predictive maintenance using CNN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Methodology Implemented:</a:t>
            </a:r>
            <a:r>
              <a:rPr lang="en-US" altLang="en-US" dirty="0">
                <a:latin typeface="Arial" panose="020B0604020202020204" pitchFamily="34" charset="0"/>
              </a:rPr>
              <a:t> Sensor data acquisition, preprocessing, and CNN based fault detection framework completed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Model Development:</a:t>
            </a:r>
            <a:r>
              <a:rPr lang="en-US" altLang="en-US" dirty="0">
                <a:latin typeface="Arial" panose="020B0604020202020204" pitchFamily="34" charset="0"/>
              </a:rPr>
              <a:t> Machine learning models analyzed and CNN applied for accurate fault prediction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Results and Analysis:</a:t>
            </a:r>
            <a:r>
              <a:rPr lang="en-US" altLang="en-US" dirty="0">
                <a:latin typeface="Arial" panose="020B0604020202020204" pitchFamily="34" charset="0"/>
              </a:rPr>
              <a:t> Performance evaluation carried out with improved fault detection and system reliability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Conclusion Derived:</a:t>
            </a:r>
            <a:r>
              <a:rPr lang="en-US" altLang="en-US" dirty="0">
                <a:latin typeface="Arial" panose="020B0604020202020204" pitchFamily="34" charset="0"/>
              </a:rPr>
              <a:t> Predictive maintenance using sensor data and CNN enhances efficiency, safety, and reduces downtime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56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C7659-BF80-D10D-974F-1E4E29DE7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5" y="0"/>
            <a:ext cx="936513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EC7FF-DF1E-61AB-EF13-1DA543807376}"/>
              </a:ext>
            </a:extLst>
          </p:cNvPr>
          <p:cNvSpPr txBox="1"/>
          <p:nvPr/>
        </p:nvSpPr>
        <p:spPr>
          <a:xfrm>
            <a:off x="177132" y="1084267"/>
            <a:ext cx="71865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designed for predictive maintenance using sensor data and machine learning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 setup using MPU6050 for motion and piezo sensor for vibration monitoring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configured for real time data collection, preprocessing, and communication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data preprocessed through cleaning, normalization, and structuring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 developed for feature extraction and fault detection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trained and evaluated using prepared dataset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iterations performed to improve accuracy and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integration of sensor data with CNN for real time analysis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system achieved for detecting faults and monitoring system health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Foundation prepared for final analysis, results, and validation 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A273-7BB4-A99D-207D-EB6A9D9C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8EA086-8CFD-E7E1-3544-26F74FF52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10005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8C9F7A8-4BB4-CC2A-A4EC-E7F42750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B7C68-6EE9-FA99-4EF0-6EDBB6925126}"/>
              </a:ext>
            </a:extLst>
          </p:cNvPr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59110F4-6A0D-6E23-2E33-05CC7DBFDF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BC2C4-DAC2-122A-11E2-F300F5E9B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2"/>
            <a:ext cx="83570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203EF83-D564-1C62-0776-AE37026B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89" y="1503250"/>
            <a:ext cx="450170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Multi-modal data collected using IMU, vibration sensor, and camera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Real-time acquisition performed via ESP32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preprocessing using filtering and normalization techniques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Feature extraction from sensor data and CNN-based image analysis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Fault prediction using integrated ML and CNN models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Decision fusion applied to enhance prediction accuracy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Final classification into </a:t>
            </a:r>
            <a:r>
              <a:rPr lang="en-US" altLang="en-US" b="1" dirty="0">
                <a:latin typeface="Arial" panose="020B0604020202020204" pitchFamily="34" charset="0"/>
              </a:rPr>
              <a:t>fault</a:t>
            </a:r>
            <a:r>
              <a:rPr lang="en-US" altLang="en-US" dirty="0"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latin typeface="Arial" panose="020B0604020202020204" pitchFamily="34" charset="0"/>
              </a:rPr>
              <a:t>normal condition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30F67-D2EC-8F74-A29F-671AD63633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 b="4629"/>
          <a:stretch>
            <a:fillRect/>
          </a:stretch>
        </p:blipFill>
        <p:spPr>
          <a:xfrm>
            <a:off x="395536" y="1287903"/>
            <a:ext cx="3452217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1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4358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Resources: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134B8-D24C-318D-FE63-66146C735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80009"/>
            <a:ext cx="87849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b="1" dirty="0"/>
              <a:t>Comprehensive Data Sources</a:t>
            </a:r>
            <a:r>
              <a:rPr lang="en-IN" b="1" dirty="0"/>
              <a:t>(as per system design)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IMU (MPU6050): acceleration and orientation data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Vibration sensor: fault-related vibration signals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Camera input: visual data for condition monitoring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Technological Framework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Cloud: AWS, Microsoft Azure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Database: MySQL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processing: Python (NumPy, Pandas)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CNN: image-based feature extraction &amp; fault detection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Visualization: Tableau, Power BI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611F-B7C1-5364-8375-FD5B892F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20C4FA-A0EA-F237-305B-FF7063C1E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0AC2D44-E07C-DFC9-5FFF-B3A7AA25D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60726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/>
              <a:t>Usecases</a:t>
            </a:r>
            <a:r>
              <a:rPr lang="en-US" sz="3200" b="1" dirty="0"/>
              <a:t> &amp; Scope: Beyond the Bus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54C01C-4A84-B750-B4FC-391D9654AE2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810F7C-FBFE-3338-2096-C6D7486DC7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7E7F2-C35D-F045-FB1B-F870C1C9E66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5E0CB0-FD41-452A-7587-25CBF81B7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8508"/>
            <a:ext cx="87849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City Integration: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Examine how predictive maintenance data can support urban traffic management systems and improve the efficiency of public transportation networks.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 to Other EV Fleets: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Study the potential of extending predictive maintenance approaches to other electric vehicle fleets such as delivery vehicles, ride-sharing cars, and autonomous taxis.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Cybersecurity Considerations: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Investigate security challenges related to sensor data, data transmission, and predictive analytics systems in intelligent transportation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Standardization and Policy Support: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the need for industry standards and regulatory policies that encourage the adoption of predictive maintenance in autonomous public transportation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688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863D-F876-A91F-AFAA-3C5F184D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FE1110-32C1-AC17-A1E3-C8B9982DC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6F29226-C486-7D17-8D0E-3EA0B9AD6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64155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8E2134-A8D8-495D-9A50-4E308B9E184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45BC13B-59E2-F981-9B0B-7D5932E3F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2A1E5-BCB9-BC55-0712-FF2BDFF1DF3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3F91A5-188C-00BD-4293-B21DC164B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97" y="1352619"/>
            <a:ext cx="878497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Early Fault Detection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Detect potential faults in advance using CNN and sensor data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Improved Reliability &amp; Safety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Ensures stable and safe operation of autonomous electric buses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Reduced Cost &amp; Downtime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Minimizes unexpected breakdowns and maintenance expenses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Real-Time Monitoring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Enables continuous system tracking and quick response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Better Decision-Making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Provides data-driven insights for efficient maintenance planning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D21856-4E9D-7B46-3675-991F422A7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5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34706" y="2708920"/>
            <a:ext cx="5853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YOU!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6393</TotalTime>
  <Words>878</Words>
  <Application>Microsoft Office PowerPoint</Application>
  <PresentationFormat>On-screen Show (4:3)</PresentationFormat>
  <Paragraphs>113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Rounit kumar</cp:lastModifiedBy>
  <cp:revision>318</cp:revision>
  <cp:lastPrinted>2022-09-05T08:43:44Z</cp:lastPrinted>
  <dcterms:created xsi:type="dcterms:W3CDTF">2020-01-16T09:05:56Z</dcterms:created>
  <dcterms:modified xsi:type="dcterms:W3CDTF">2026-04-11T08:37:34Z</dcterms:modified>
</cp:coreProperties>
</file>